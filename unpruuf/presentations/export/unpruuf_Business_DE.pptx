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Wir verkaufen keinen Messenger-Dienst. Wir bauen dem Kunden sein eigenes Kommunikationssystem, das NexonAI nicht betreibt.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Server ist das Werkzeug: Damit baut sich jeder Nutzer sein eigenes anonymes Kommunikationssystem. NexonAI hostet nichts.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schreibt auf seine eigenen Nodes, B holt dort ab. Der Rückweg läuft über die Nodes von B. Niemand schreibt auf fremde Nodes.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Gemessen ohne Live-Tor-Netz: 500 Nodes in einem Prozess rund 85 MB RAM. Die Netzlast auf einem echten VPS wird noch gemessen.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Vorsichtig formulieren: Wir sagen nicht, dass Durchsuchungen oder Anordnungen sinnlos sind. Wir sagen, dass es keinen Anbieter gibt, der etwas herausgeben könnte, und dass ein beschlagnahmter Node nichts Lesbares enthält.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probl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instrument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function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doua-codu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nu-exi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sute-nodu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ce-ve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securi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conformi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pentru-c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stadi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p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unpruuf Business (DE)</dc:title>
  <dc:subject/>
  <dc:creator>NexonAI Consulting SRL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