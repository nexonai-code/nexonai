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Mesajul central: nu vindem un serviciu de mesagerie. Construim pentru client propriul sistem de comunicare, pe care NexonAI nu îl operează.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Serverul este instrumentul: cu el, fiecare utilizator își creează propriul sistem de comunicare anonim. NexonAI nu găzduiește nimic.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scrie pe nodurile proprii, B preia de acolo. Drumul înapoi trece prin nodurile lui B. Nimeni nu scrie pe nodurile altcuiva.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Măsurat fără rețeaua Tor live: 500 de noduri într-un proces aproximativ 85 MB RAM. Sarcina de rețea pe un VPS real urmează să fie măsurată.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Formulare atentă: nu spunem că citațiile sau ordinele judecătorești sunt inutile. Spunem că nu există un furnizor care să predea ceva și că un nod confiscat nu conține nimic lizibil.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probl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instrument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function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doua-codu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nu-exi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sute-nodu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ce-ve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securi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conformi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pentru-c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stadi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p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unpruuf Business</dc:title>
  <dc:subject/>
  <dc:creator>NexonAI Consulting SRL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