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Mesajul central: nu vindem un serviciu de mesagerie. Livrăm clientului propriul sistem de comunicare. NexonAI nu operează servere, serverele aparțin întotdeauna clientului.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Serverul este instrumentul: cu el, fiecare client își construiește propriul sistem de comunicare. Generează întotdeauna numărul complet licențiat de adrese, cel mult 250. NexonAI nu găzduiește nimic.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Fiecare mesaj merge la toate cele trei noduri ale contactului, pe trei servere diferite. Dacă unul sau chiar două cad, mesajul este încă acolo. Contactul le verifică pe toate trei. Drumul înapoi trece prin nodurile contactului.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Dintr-o suflare: fără număr de telefon, fără e-mail. Un cod pentru fiecare persoană. Ștergeți contactul și legătura dispare. Apoi limita onestă: ce s-a primit deja rămâne, iar celelalte canale nu sunt atinse. Nu spuneți că este o protecție împotriva a tot.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Măsurat fără rețeaua Tor reală: 500 de noduri într-un proces, aproximativ 85 MB RAM. Încărcarea rețelei pe un VPS real nu este încă măsurată. 250 de contacte este valabil la trei servere cu câte 250 de noduri, fiindcă fiecare contact primește un nod pe server.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Recomandarea trei furnizori, două țări rămâne la latitudinea clientului: aplicația nu poate verifica dacă trei servere sunt la același furnizor. După o repornire, fiecare server rămâne blocat până când aplicația îl deblochează. Cât timp unul este blocat, ceilalți preiau.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listă cu un singur server pune toate cele trei noduri ale unui contact pe aceeași mașină. De aceea, mai multe servere într-o listă.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Formulați prudent: nu spunem că percheziția sau ordinele sunt inutile. Spunem că nu există un furnizor care să poată preda ceva și că un nod confiscat nu conține nimic lizibil. Evaluarea juridică se confirmă cu un avocat.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Eșaloanele 5, 25, 100, 250 sunt planificate, prețurile sunt deschise. Pentru client contează numărul de contacte cu adrese proprii, nu cel al nodurilor. Tehnic, un cod poate porni pe mai multe servere, limitarea la un singur server este prevăzută în contract.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roblem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instrumentu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functiona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doua-c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nu-exis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ara-numa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sute-n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rezili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lis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ce-ved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ser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secur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onform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lic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entru-cin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stadiu.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as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