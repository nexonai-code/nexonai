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 multe canale înseamnă mai multe relee, fiecare cu propriul panou și propriile chei, de exemplu pe sedii sau departamente.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Singura excepție de la releu: codul de asociere, schimbat o singură dată la deschiderea cazului. După aceea totul trece prin releu, criptat cap la 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obligat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probl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nstrument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function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nu-exis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cine-ve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p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doua-c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cadru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instal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stadi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a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unpruuf Compliance</dc:title>
  <dc:subject/>
  <dc:creator>NexonAI Consulting SRL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