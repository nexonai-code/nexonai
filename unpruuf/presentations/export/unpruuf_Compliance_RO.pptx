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 multe canale înseamnă mai multe noduri, fiecare cu panou propriu și chei proprii, de exemplu pe locație sau departament.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 există o cale directă între avertizor și responsabil: totul trece prin nodul organizației, criptat cap la cap. Avertizorul are nevoie doar de codul QR unic al organizației.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Schimbarea dispozitivului este o limită: cine pierde telefonul pierde și numerele de caz, dacă nu le-a notat.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obligat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probl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instrument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function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qr-un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nu-exi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cine-ve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pan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doua-c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cadru-le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instal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stad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p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