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Mehrere Kanäle bedeuten mehrere Nodes, jeder mit eigenem Dashboard und eigenen Schlüsseln, zum Beispiel pro Standort oder Abteilung.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gibt keinen direkten Weg zwischen Hinweisgeber und Officer: alles läuft über den Node der Organisation, Ende-zu-Ende verschlüsselt. Der Hinweisgeber braucht nur den einen QR-Code der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Gerätewechsel ist eine Grenze: Wer das Handy verliert, verliert die Fallnummern, außer er hat sie sich notiert.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obligat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strument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function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qr-u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a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nu-exi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ine-ve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pan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doua-c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adru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stal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stad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p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