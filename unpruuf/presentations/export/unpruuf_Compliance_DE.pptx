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Mehrere Kanäle bedeuten mehrere Relays, jedes mit eigenem Dashboard und eigenen Schlüsseln, zum Beispiel pro Standort oder Abteilung.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Einzige Ausnahme vom Relay: der Pairing-Code, einmalig beim Öffnen des Falls ausgetauscht. Danach läuft alles über das Relay, Ende-zu-Ende verschlüsselt.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obliga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robl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nstrument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function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nu-exi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cine-ve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p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doua-c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cadru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instal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stadi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p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unpruuf Compliance (DE)</dc:title>
  <dc:subject/>
  <dc:creator>NexonAI Consulting SRL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